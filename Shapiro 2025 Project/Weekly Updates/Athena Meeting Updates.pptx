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64" r:id="rId2"/>
    <p:sldId id="453" r:id="rId3"/>
    <p:sldId id="451" r:id="rId4"/>
    <p:sldId id="452" r:id="rId5"/>
    <p:sldId id="400" r:id="rId6"/>
    <p:sldId id="390" r:id="rId7"/>
    <p:sldId id="462" r:id="rId8"/>
    <p:sldId id="461" r:id="rId9"/>
    <p:sldId id="463" r:id="rId10"/>
    <p:sldId id="267" r:id="rId11"/>
    <p:sldId id="45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6327"/>
  </p:normalViewPr>
  <p:slideViewPr>
    <p:cSldViewPr snapToGrid="0" snapToObjects="1">
      <p:cViewPr varScale="1">
        <p:scale>
          <a:sx n="69" d="100"/>
          <a:sy n="69" d="100"/>
        </p:scale>
        <p:origin x="72" y="36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D766-E1EB-1558-A35C-3BDBA58F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A66D9-DF48-1BBD-A4B2-A0B11F6F0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412B0-CA66-2CC9-E540-77F366F17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A8684-FD56-6F4F-FD31-D9174F391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76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AEE3-F34A-2ABB-6C07-1CDA11DF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1EF1E-30AB-02CF-06B4-B09E000D4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2987A-AB63-7F49-2399-51EEE6D10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FE203-87D5-D7C9-F9E8-AC029EC45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94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1A79-71C5-4B7C-1697-862CE7FE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BB131-8A14-7274-8027-BFC00FC2C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5103F-0156-587E-7F60-6C64A201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8DE1D-347C-3F23-6545-B0C3DC7B3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F148-D244-54FD-E22C-949948C4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17625-1735-205C-72DF-34D4C7560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2B36E-32E9-FB07-B1F6-756AB8678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71ECE-F30D-A38E-5B36-0FA7655C8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9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41F0-AFBC-B202-D026-1A66E275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654E8-09AE-0A4E-2A7E-AD88439EA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2F556-6F24-5136-E701-66EFD4BDB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6C159-0015-84EC-79BC-398BBDE8B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57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FDAE-2D20-E635-8B9C-3C77F21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142EC-6D1E-015E-860B-46AAEF812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58F5E-C18D-4DE7-91FC-AC708E3F7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F6BA7-6DC2-B2C2-3556-74489C05E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02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2DF6-299D-B7FA-67CA-8AC2CD47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5C751-9C1A-273A-0A58-000C1AD4E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F2965-C23C-5213-606C-142FD0BCE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12ADB-8C38-1CE3-20F8-986EB9133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45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1793-EC81-3E25-B7C9-A1AD98CA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89921-7FC4-BB9F-45FD-81990C800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8873-F0B5-0B9A-7C95-BB525FBF4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1BEAF-9FBF-4EC7-D321-6496E08F5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2787-FD66-D433-BE80-F2EA7329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9D813-91ED-06D8-6D49-0C35A5792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AC67E-2EFF-E10D-35AD-391F04E75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DDC73-2BD1-6334-5F28-DDFF54A11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8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10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92BF-7A92-E8C3-65C2-DA21F9D3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9BBE54-7AC1-151C-2F58-59E2B8FC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Athena Supplemental Figure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ECA14-7B9D-1F1E-9076-FAD9D040A9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FBF7FC-1587-E43B-4D32-6C2B14D6D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532639" cy="1660968"/>
          </a:xfrm>
        </p:spPr>
        <p:txBody>
          <a:bodyPr/>
          <a:lstStyle/>
          <a:p>
            <a:r>
              <a:rPr lang="en-US" dirty="0"/>
              <a:t>Misaligned figures likely responsible for a large portion of the error that we are observing.</a:t>
            </a:r>
          </a:p>
          <a:p>
            <a:r>
              <a:rPr lang="en-US" dirty="0"/>
              <a:t>TMA Core C has much stronger correlations between the protein and mRNA data than TMA Core A. Likely because TMA Core C has better alignment. </a:t>
            </a:r>
          </a:p>
        </p:txBody>
      </p:sp>
    </p:spTree>
    <p:extLst>
      <p:ext uri="{BB962C8B-B14F-4D97-AF65-F5344CB8AC3E}">
        <p14:creationId xmlns:p14="http://schemas.microsoft.com/office/powerpoint/2010/main" val="334580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2A3A-B8BD-3E58-8269-2F85CA7B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A8EBD2-5E7C-5F77-C5F3-8B982987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185069"/>
            <a:ext cx="10896600" cy="517065"/>
          </a:xfrm>
        </p:spPr>
        <p:txBody>
          <a:bodyPr/>
          <a:lstStyle/>
          <a:p>
            <a:r>
              <a:rPr lang="en-US" dirty="0"/>
              <a:t>Supplemental Figure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2E685-41E4-1E31-2EA1-D2960BDF27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CE4342-6174-476F-5E93-4AAE7CEE5F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083256" y="810490"/>
            <a:ext cx="4411264" cy="286096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E0AE6-0710-E787-5C3F-211AE9058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450" y="3709112"/>
            <a:ext cx="4336071" cy="2824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AC422F-3C27-D417-2F5C-0EDCFF8F0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256" y="3688777"/>
            <a:ext cx="4329008" cy="2824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DA833B-2A03-CC15-056C-80F31D439F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520" y="702134"/>
            <a:ext cx="4576470" cy="298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5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8D97-630D-DBA0-1BBB-272B20DE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F71C34-9E4F-AEA4-A334-D8DE931D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185069"/>
            <a:ext cx="10896600" cy="517065"/>
          </a:xfrm>
        </p:spPr>
        <p:txBody>
          <a:bodyPr/>
          <a:lstStyle/>
          <a:p>
            <a:r>
              <a:rPr lang="en-US" dirty="0"/>
              <a:t>Supplemental Figure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E801F-444B-48AD-3F59-BB84A57A40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BB00FD-0B3C-6716-9829-EC0B3DED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04" y="674081"/>
            <a:ext cx="4430888" cy="29440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64A652-8E8C-E5C3-4DAA-E293DB92C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219" y="572964"/>
            <a:ext cx="4585608" cy="30451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E8FF93-882C-6C13-CE62-2C9D65892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64" y="3618094"/>
            <a:ext cx="4425968" cy="29440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18DF52-1C0C-A351-3D2D-78CFDFF8F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432" y="3618094"/>
            <a:ext cx="4546654" cy="301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4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A6C8F-DFEC-9909-A006-19AEF4EF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51226D-17E6-F34A-4DE3-FB787A90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TMA CORE ALIGNMENT Protein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62A7B-50A4-39D2-C82B-851CAE4D55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D5763D-ED02-19B8-1A27-B055081A99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753595" cy="41240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19BC90-30A8-0CFC-AE8E-6142E9827129}"/>
              </a:ext>
            </a:extLst>
          </p:cNvPr>
          <p:cNvSpPr/>
          <p:nvPr/>
        </p:nvSpPr>
        <p:spPr>
          <a:xfrm>
            <a:off x="8943583" y="1479569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TMAC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E42DE-98A5-B773-360C-A4B0259EA4A0}"/>
              </a:ext>
            </a:extLst>
          </p:cNvPr>
          <p:cNvSpPr/>
          <p:nvPr/>
        </p:nvSpPr>
        <p:spPr>
          <a:xfrm>
            <a:off x="1475984" y="1482217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TMAA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45C430-1F66-849A-5092-49903430E4B7}"/>
              </a:ext>
            </a:extLst>
          </p:cNvPr>
          <p:cNvSpPr/>
          <p:nvPr/>
        </p:nvSpPr>
        <p:spPr>
          <a:xfrm>
            <a:off x="5059993" y="1479569"/>
            <a:ext cx="1691014" cy="256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TMAB</a:t>
            </a:r>
          </a:p>
        </p:txBody>
      </p: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9E98D60-C5D7-B3BD-6DD9-A1B6CD2DD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2271"/>
            <a:ext cx="3632918" cy="4737861"/>
          </a:xfrm>
          <a:prstGeom prst="rect">
            <a:avLst/>
          </a:prstGeom>
        </p:spPr>
      </p:pic>
      <p:pic>
        <p:nvPicPr>
          <p:cNvPr id="14" name="Picture 1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F622E1C-55CD-9B99-30E6-1D55FAA9A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15" y="1782271"/>
            <a:ext cx="3287712" cy="4694680"/>
          </a:xfrm>
          <a:prstGeom prst="rect">
            <a:avLst/>
          </a:prstGeom>
        </p:spPr>
      </p:pic>
      <p:pic>
        <p:nvPicPr>
          <p:cNvPr id="16" name="Picture 15" descr="A close up of a pattern&#10;&#10;AI-generated content may be incorrect.">
            <a:extLst>
              <a:ext uri="{FF2B5EF4-FFF2-40B4-BE49-F238E27FC236}">
                <a16:creationId xmlns:a16="http://schemas.microsoft.com/office/drawing/2014/main" id="{437B4ABC-975D-5131-FAB3-AFAEED012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424" y="1782272"/>
            <a:ext cx="3816229" cy="46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8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E4D6-2028-6203-7915-8099A549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0A6C0C-EF3B-72EA-5C41-C0C3393F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TMA A Rectangle Comparison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C0B36-4556-E7FA-276F-9790EC013F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B77F3B-A78F-0937-BB99-B5296D5CBC4F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01" y="1520016"/>
            <a:ext cx="3189243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A0C70FD-A39D-BD27-59FB-0D13D7AE5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148" y="1520016"/>
            <a:ext cx="3396943" cy="447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0EA4F5-6D2F-EA64-ABDA-E88118CE1909}"/>
              </a:ext>
            </a:extLst>
          </p:cNvPr>
          <p:cNvSpPr/>
          <p:nvPr/>
        </p:nvSpPr>
        <p:spPr>
          <a:xfrm>
            <a:off x="2027583" y="1277888"/>
            <a:ext cx="1436914" cy="24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F3033-FA08-B4B1-F1DA-B62ABC2AF133}"/>
              </a:ext>
            </a:extLst>
          </p:cNvPr>
          <p:cNvSpPr/>
          <p:nvPr/>
        </p:nvSpPr>
        <p:spPr>
          <a:xfrm>
            <a:off x="5695595" y="1277888"/>
            <a:ext cx="1436914" cy="24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</p:spTree>
    <p:extLst>
      <p:ext uri="{BB962C8B-B14F-4D97-AF65-F5344CB8AC3E}">
        <p14:creationId xmlns:p14="http://schemas.microsoft.com/office/powerpoint/2010/main" val="181365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A493-399C-0AE3-18C4-74222913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26527A-972F-5DA2-0DA9-391E4096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Ligand Receptor Colocalization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204AF-9E27-3D82-D6C8-BC5DCEEEA3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86A68D8-60C7-0D21-00ED-583D26A3E6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532639" cy="448303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955CF-BA3F-32CD-0DDD-071A39BA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59" y="1594034"/>
            <a:ext cx="8149113" cy="458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9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BBBD-F2B8-F5E6-8319-ED939BEC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27BB56-469D-856A-CFAE-28FE9889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Ligand and Receptor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E3A0E-A3BF-731F-4BE8-F8CC9A7613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EF850A4-CB37-E658-B793-A1BEF5C5D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874" y="1296149"/>
            <a:ext cx="2712731" cy="270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A155F1D-386E-4331-E8ED-ECE6D0BBE9C5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8" y="1344324"/>
            <a:ext cx="2664473" cy="265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D38B62B-B55F-BD1D-69D2-B8411C6F9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8" y="4004281"/>
            <a:ext cx="2736326" cy="273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D176139-4B57-7A94-DDD9-1A5F619C2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784" y="4004281"/>
            <a:ext cx="2712730" cy="270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40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22C7-B9F6-A34A-AAE7-6A7A4FAE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FDE900-18B6-1299-8070-F46F9A7D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60A05-CA3A-F4F6-49C7-1E07FCA9A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74A2E95-A3DE-9662-B649-02B21558B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773" y="1457542"/>
            <a:ext cx="3543175" cy="469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B1B1D-96B8-2E64-194B-20F2F8D055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42511115-18BB-B6EA-32F0-96DB89E98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21" y="1395846"/>
            <a:ext cx="3397624" cy="477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61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79E9-C12F-0E56-57F6-06C932FA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1A723C-D2E1-0F99-457C-8D97ED8D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E9453-51FB-7D17-F7AB-3FB1AB35E5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497D9-9B83-7118-58BA-C6B4B2726B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94034"/>
            <a:ext cx="10532639" cy="448303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2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36317</TotalTime>
  <Words>96</Words>
  <Application>Microsoft Office PowerPoint</Application>
  <PresentationFormat>Widescreen</PresentationFormat>
  <Paragraphs>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Red Hat Display</vt:lpstr>
      <vt:lpstr>Red Hat Text</vt:lpstr>
      <vt:lpstr>Office Theme</vt:lpstr>
      <vt:lpstr>Week 10 Updates Shapiro</vt:lpstr>
      <vt:lpstr>Athena Supplemental Figure Analysis</vt:lpstr>
      <vt:lpstr>Supplemental Figure Analysis</vt:lpstr>
      <vt:lpstr>Supplemental Figure Analysis</vt:lpstr>
      <vt:lpstr>TMA CORE ALIGNMENT Protein</vt:lpstr>
      <vt:lpstr>TMA A Rectangle Comparison</vt:lpstr>
      <vt:lpstr>Ligand Receptor Colocalization Analysis</vt:lpstr>
      <vt:lpstr>Ligand and Receptor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30</cp:revision>
  <dcterms:created xsi:type="dcterms:W3CDTF">2025-06-03T19:55:18Z</dcterms:created>
  <dcterms:modified xsi:type="dcterms:W3CDTF">2025-08-09T17:09:24Z</dcterms:modified>
</cp:coreProperties>
</file>