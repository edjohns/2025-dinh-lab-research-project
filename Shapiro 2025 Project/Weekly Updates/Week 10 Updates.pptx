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64" r:id="rId2"/>
    <p:sldId id="389" r:id="rId3"/>
    <p:sldId id="267" r:id="rId4"/>
    <p:sldId id="39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6327"/>
  </p:normalViewPr>
  <p:slideViewPr>
    <p:cSldViewPr snapToGrid="0" snapToObjects="1">
      <p:cViewPr varScale="1">
        <p:scale>
          <a:sx n="84" d="100"/>
          <a:sy n="84" d="100"/>
        </p:scale>
        <p:origin x="351" y="3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3897B-E9C9-A0F3-2C48-B293C5EA4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CBE18-5EEF-CDDE-D8F7-0BB63B324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D3A80F-A471-05A6-5FB5-F6FFBA68C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5D132-D550-CFAD-26E2-E9629E2A12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625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141F0-AFBC-B202-D026-1A66E2753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654E8-09AE-0A4E-2A7E-AD88439EA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82F556-6F24-5136-E701-66EFD4BDB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6C159-0015-84EC-79BC-398BBDE8B2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357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10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93AB1-9DDF-ABF2-3262-D2888CC7D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143CAE-691E-17F2-7EEF-40420893F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Suspect PMN cells to rest of the sample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8228CF-5987-7D38-2C0C-F5B6A804F4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86E49-BBE3-AB61-40AA-9826258694C6}"/>
              </a:ext>
            </a:extLst>
          </p:cNvPr>
          <p:cNvSpPr/>
          <p:nvPr/>
        </p:nvSpPr>
        <p:spPr>
          <a:xfrm>
            <a:off x="7845042" y="1797290"/>
            <a:ext cx="1691014" cy="2567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6B5177-D6C2-E908-0B10-622B86F13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54" y="2198876"/>
            <a:ext cx="6577374" cy="33006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0C766A-4B3C-6030-9499-012D4920AF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1712" y="2198876"/>
            <a:ext cx="4495715" cy="34830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4315DC1-17A6-1B19-170E-ED371A1AA897}"/>
              </a:ext>
            </a:extLst>
          </p:cNvPr>
          <p:cNvSpPr/>
          <p:nvPr/>
        </p:nvSpPr>
        <p:spPr>
          <a:xfrm>
            <a:off x="1806082" y="3135086"/>
            <a:ext cx="369168" cy="19764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35FF05-4300-E3C4-B5C0-D47C14221368}"/>
              </a:ext>
            </a:extLst>
          </p:cNvPr>
          <p:cNvSpPr/>
          <p:nvPr/>
        </p:nvSpPr>
        <p:spPr>
          <a:xfrm>
            <a:off x="1144265" y="1821298"/>
            <a:ext cx="1691014" cy="2567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</p:spTree>
    <p:extLst>
      <p:ext uri="{BB962C8B-B14F-4D97-AF65-F5344CB8AC3E}">
        <p14:creationId xmlns:p14="http://schemas.microsoft.com/office/powerpoint/2010/main" val="1000645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E4D6-2028-6203-7915-8099A5491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D0A6C0C-EF3B-72EA-5C41-C0C3393FC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6C0B36-4556-E7FA-276F-9790EC013F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0DD046A-3700-0FC8-7A73-A32CE81AFF2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94034"/>
            <a:ext cx="10532639" cy="4483034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659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23493</TotalTime>
  <Words>22</Words>
  <Application>Microsoft Office PowerPoint</Application>
  <PresentationFormat>Widescreen</PresentationFormat>
  <Paragraphs>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Red Hat Display</vt:lpstr>
      <vt:lpstr>Red Hat Text</vt:lpstr>
      <vt:lpstr>Office Theme</vt:lpstr>
      <vt:lpstr>Week 10 Updates Shapiro</vt:lpstr>
      <vt:lpstr>Comparing Suspect PMN cells to rest of the sample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Johns</cp:lastModifiedBy>
  <cp:revision>26</cp:revision>
  <dcterms:created xsi:type="dcterms:W3CDTF">2025-06-03T19:55:18Z</dcterms:created>
  <dcterms:modified xsi:type="dcterms:W3CDTF">2025-07-25T23:16:04Z</dcterms:modified>
</cp:coreProperties>
</file>