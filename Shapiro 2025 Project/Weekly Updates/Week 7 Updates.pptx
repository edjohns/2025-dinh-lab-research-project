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64" r:id="rId2"/>
    <p:sldId id="328" r:id="rId3"/>
    <p:sldId id="329" r:id="rId4"/>
    <p:sldId id="330" r:id="rId5"/>
    <p:sldId id="331" r:id="rId6"/>
    <p:sldId id="332" r:id="rId7"/>
    <p:sldId id="333" r:id="rId8"/>
    <p:sldId id="334" r:id="rId9"/>
    <p:sldId id="267" r:id="rId10"/>
    <p:sldId id="33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79"/>
    <p:restoredTop sz="96327"/>
  </p:normalViewPr>
  <p:slideViewPr>
    <p:cSldViewPr snapToGrid="0" snapToObjects="1">
      <p:cViewPr varScale="1">
        <p:scale>
          <a:sx n="51" d="100"/>
          <a:sy n="51" d="100"/>
        </p:scale>
        <p:origin x="213" y="4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0EDF-DC4F-F320-E162-C3CC7D99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483CE-81B6-A9D2-AD8F-73D3E171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CB627-7CAA-3463-3C33-D8F1BDCE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50869-E797-1B6E-B5AD-E89A90B6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8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2C96E-D8F7-43B2-C1E9-411C70BA7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8B7D5-B267-80BB-6D8C-52658B35A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59FC1-1524-6A86-903D-11EA2D93C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D360E-718B-4F66-8E61-ABCF763E8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47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5FC4-9DAB-5BFE-4C61-824016BF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B7B9A-01A9-1619-8230-44AF46EE6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522BD-9C37-1EA3-C80A-0A2F34EBB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5B286-CD63-7BF0-DF79-3D3C92714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25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3AB59-4294-DBB6-B4F4-6B8683F1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EE8EA-735C-6A3D-623D-E93EB77C8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0FBF4-66D2-B65D-C3ED-14B95D509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94393-142A-9D88-522E-258DC3650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78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EE8C-C6C2-D12C-1475-D926EC243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34495-D69E-4B70-35ED-0FEBC74F8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AFD72-7191-6172-5A9C-ED90C8BBD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3EB53-80C5-EEEB-BCA2-7002E9FF9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02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7D91-57C1-651E-D3E5-C88DBA65F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67B33-A3CF-E2FD-0826-307A65EED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967AE-5439-71C0-C0C0-86203B2A2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5E0C4-3927-8FBB-14B2-6D8978066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07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AF58-D1EC-57EA-44A7-8BD1C178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4C073-BDBA-44C2-2407-ACFBC418D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5FB28-B251-1FE0-DFE5-7057CA8F7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0D38F-A23C-6884-9E51-CD436C994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67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60376-AFCD-C37F-47F7-9BCA96C5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E7149-AF9D-2F3A-80D3-3285D60F6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82C3C-F897-FDE5-766D-73F94B84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EB43D-3E67-3773-9317-EACF5BDA3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78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Week 10 Updates Shapiro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14A6-71CA-2707-E9CD-FA4E5114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BFAB37-A5C5-F0BB-D6D5-F4EF77CB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Quality Index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7C9C6-A1ED-3421-ABF4-B3D311C0E7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D1F08B-F2CC-863A-8FB2-6DAD9A125E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313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C4543-E911-7433-A445-3B58BD63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A98D75-5C4B-ABA3-412D-14BB9615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D5B05-1EB9-4811-32D3-7BF6D0906D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61E337E-8E39-E0A8-9BDD-241A66A4203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43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B06A-A0D6-6E8B-42C4-C5AFBFBC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24FC73-314F-5C8C-18FF-D0C00DE0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EEBC8-B94C-7052-A365-884707439D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0E210C1-0412-3FF9-3C62-98B12C85CE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886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3A0C-C95E-5A8D-57F2-90164A69A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CAB83AF-CF62-BCE7-4782-C6163F74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4A0195-9B79-E54C-E92E-8F2F4CC381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683ECCC-905D-C4E4-3EF8-9541110F5C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02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D0A8A-4F0B-D24D-3F50-53CD0C36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3F4005-71AB-46A6-BB6A-C67B02A5C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2EB4B-C193-8CF9-5F34-B02132AB51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83EB52-213F-F023-51D2-EF2E04B685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55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EA05-3B03-F55A-1CCA-0E4AA3002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2D9AB7E-C865-79ED-DC26-890CD02F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E14A3-BDC0-485C-EB64-7BA97B8C6A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1007C7-257D-C7B2-79BB-B3E91B88DA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07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00D29-D28C-8E99-6E4D-FBEBDE5C2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547634-5C5E-DE88-4537-54A4298D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4C098-EBE8-841D-8D8C-9C20F64D59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260403-1CD7-696E-F53B-8A54EC4FA8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00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00B40-90D1-C9D5-7EEB-738A6D06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5E22362-8200-FE59-E1FA-51805DD75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5CB04-FB31-D67E-5BF9-B791F8F9D2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B439CFD-FF11-C7AC-10E7-F55F2B5154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51204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17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24738</TotalTime>
  <Words>20</Words>
  <Application>Microsoft Office PowerPoint</Application>
  <PresentationFormat>Widescreen</PresentationFormat>
  <Paragraphs>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Red Hat Display</vt:lpstr>
      <vt:lpstr>Red Hat Text</vt:lpstr>
      <vt:lpstr>Office Theme</vt:lpstr>
      <vt:lpstr>Week 10 Updates Shapiro</vt:lpstr>
      <vt:lpstr>Sample Quality 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19</cp:revision>
  <dcterms:created xsi:type="dcterms:W3CDTF">2025-06-03T19:55:18Z</dcterms:created>
  <dcterms:modified xsi:type="dcterms:W3CDTF">2025-07-29T15:15:08Z</dcterms:modified>
</cp:coreProperties>
</file>